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1008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606AEF3-C3A6-4DA1-911D-D6D81114C321}" type="doc">
      <dgm:prSet loTypeId="urn:microsoft.com/office/officeart/2005/8/layout/cycle1" loCatId="cycle" qsTypeId="urn:microsoft.com/office/officeart/2005/8/quickstyle/simple5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9328C836-EE7B-46A9-B7DA-1E4C88667A98}">
      <dgm:prSet/>
      <dgm:spPr/>
      <dgm:t>
        <a:bodyPr/>
        <a:lstStyle/>
        <a:p>
          <a:r>
            <a:rPr lang="en-US"/>
            <a:t>9 buttons appear on screen</a:t>
          </a:r>
        </a:p>
      </dgm:t>
    </dgm:pt>
    <dgm:pt modelId="{E12B2524-B245-40AA-B445-3A8D8320BAB1}" type="parTrans" cxnId="{B27621EA-31B3-4443-914B-FB649E8BA2B6}">
      <dgm:prSet/>
      <dgm:spPr/>
      <dgm:t>
        <a:bodyPr/>
        <a:lstStyle/>
        <a:p>
          <a:endParaRPr lang="en-US"/>
        </a:p>
      </dgm:t>
    </dgm:pt>
    <dgm:pt modelId="{59CE922D-5DD6-497B-9453-FE25751BD449}" type="sibTrans" cxnId="{B27621EA-31B3-4443-914B-FB649E8BA2B6}">
      <dgm:prSet/>
      <dgm:spPr/>
      <dgm:t>
        <a:bodyPr/>
        <a:lstStyle/>
        <a:p>
          <a:endParaRPr lang="en-US"/>
        </a:p>
      </dgm:t>
    </dgm:pt>
    <dgm:pt modelId="{B1D4DC12-BC5A-42EC-8A38-22A3D976072A}">
      <dgm:prSet/>
      <dgm:spPr/>
      <dgm:t>
        <a:bodyPr/>
        <a:lstStyle/>
        <a:p>
          <a:r>
            <a:rPr lang="en-US"/>
            <a:t>One button glows at a time ✨</a:t>
          </a:r>
        </a:p>
      </dgm:t>
    </dgm:pt>
    <dgm:pt modelId="{CC76D6AC-FE8F-48CC-B8ED-DB837F879412}" type="parTrans" cxnId="{F3E4106B-46C1-46C7-A5C6-AA967F39E11E}">
      <dgm:prSet/>
      <dgm:spPr/>
      <dgm:t>
        <a:bodyPr/>
        <a:lstStyle/>
        <a:p>
          <a:endParaRPr lang="en-US"/>
        </a:p>
      </dgm:t>
    </dgm:pt>
    <dgm:pt modelId="{9833E859-DA0A-4CE5-8699-74E236312D8A}" type="sibTrans" cxnId="{F3E4106B-46C1-46C7-A5C6-AA967F39E11E}">
      <dgm:prSet/>
      <dgm:spPr/>
      <dgm:t>
        <a:bodyPr/>
        <a:lstStyle/>
        <a:p>
          <a:endParaRPr lang="en-US"/>
        </a:p>
      </dgm:t>
    </dgm:pt>
    <dgm:pt modelId="{20B92C55-1F2D-49B6-AD25-483CA34C4141}">
      <dgm:prSet/>
      <dgm:spPr/>
      <dgm:t>
        <a:bodyPr/>
        <a:lstStyle/>
        <a:p>
          <a:r>
            <a:rPr lang="en-US"/>
            <a:t>Player clicks glowing button</a:t>
          </a:r>
        </a:p>
      </dgm:t>
    </dgm:pt>
    <dgm:pt modelId="{D79204C8-49B3-4BFA-9694-B4E4B8F24660}" type="parTrans" cxnId="{DBFEE069-7C7E-48EA-84A6-01826B0DF978}">
      <dgm:prSet/>
      <dgm:spPr/>
      <dgm:t>
        <a:bodyPr/>
        <a:lstStyle/>
        <a:p>
          <a:endParaRPr lang="en-US"/>
        </a:p>
      </dgm:t>
    </dgm:pt>
    <dgm:pt modelId="{D8E53B9A-7A22-41ED-ACA2-B8CAB9CD2B5B}" type="sibTrans" cxnId="{DBFEE069-7C7E-48EA-84A6-01826B0DF978}">
      <dgm:prSet/>
      <dgm:spPr/>
      <dgm:t>
        <a:bodyPr/>
        <a:lstStyle/>
        <a:p>
          <a:endParaRPr lang="en-US"/>
        </a:p>
      </dgm:t>
    </dgm:pt>
    <dgm:pt modelId="{44681E8B-A39D-4A6E-9C32-70B7716AC756}">
      <dgm:prSet/>
      <dgm:spPr/>
      <dgm:t>
        <a:bodyPr/>
        <a:lstStyle/>
        <a:p>
          <a:r>
            <a:rPr lang="en-US"/>
            <a:t>New glowing button appears randomly</a:t>
          </a:r>
        </a:p>
      </dgm:t>
    </dgm:pt>
    <dgm:pt modelId="{1923AFA6-A37E-40EE-8D35-B5BE9D42BC95}" type="parTrans" cxnId="{47677BAC-EAAA-412E-8845-9E3362C209CE}">
      <dgm:prSet/>
      <dgm:spPr/>
      <dgm:t>
        <a:bodyPr/>
        <a:lstStyle/>
        <a:p>
          <a:endParaRPr lang="en-US"/>
        </a:p>
      </dgm:t>
    </dgm:pt>
    <dgm:pt modelId="{B216BB78-1ED5-4094-9D47-E563D2034342}" type="sibTrans" cxnId="{47677BAC-EAAA-412E-8845-9E3362C209CE}">
      <dgm:prSet/>
      <dgm:spPr/>
      <dgm:t>
        <a:bodyPr/>
        <a:lstStyle/>
        <a:p>
          <a:endParaRPr lang="en-US"/>
        </a:p>
      </dgm:t>
    </dgm:pt>
    <dgm:pt modelId="{E7397C57-7319-4112-B453-DDD19FA680DB}">
      <dgm:prSet/>
      <dgm:spPr/>
      <dgm:t>
        <a:bodyPr/>
        <a:lstStyle/>
        <a:p>
          <a:r>
            <a:rPr lang="en-US"/>
            <a:t>60-second countdown</a:t>
          </a:r>
        </a:p>
      </dgm:t>
    </dgm:pt>
    <dgm:pt modelId="{69D4536A-1209-404A-91D4-B75B89791CAA}" type="parTrans" cxnId="{73257608-9716-4117-9246-C44123DB2BF9}">
      <dgm:prSet/>
      <dgm:spPr/>
      <dgm:t>
        <a:bodyPr/>
        <a:lstStyle/>
        <a:p>
          <a:endParaRPr lang="en-US"/>
        </a:p>
      </dgm:t>
    </dgm:pt>
    <dgm:pt modelId="{4033F184-93DF-41CE-93A7-B1FF1A17EFAC}" type="sibTrans" cxnId="{73257608-9716-4117-9246-C44123DB2BF9}">
      <dgm:prSet/>
      <dgm:spPr/>
      <dgm:t>
        <a:bodyPr/>
        <a:lstStyle/>
        <a:p>
          <a:endParaRPr lang="en-US"/>
        </a:p>
      </dgm:t>
    </dgm:pt>
    <dgm:pt modelId="{C23F8924-0FB3-4284-BFCF-BBF4D865BC50}" type="pres">
      <dgm:prSet presAssocID="{0606AEF3-C3A6-4DA1-911D-D6D81114C321}" presName="cycle" presStyleCnt="0">
        <dgm:presLayoutVars>
          <dgm:dir/>
          <dgm:resizeHandles val="exact"/>
        </dgm:presLayoutVars>
      </dgm:prSet>
      <dgm:spPr/>
    </dgm:pt>
    <dgm:pt modelId="{3FF26F87-9F2B-49F7-84B4-A769FE1DFDA0}" type="pres">
      <dgm:prSet presAssocID="{9328C836-EE7B-46A9-B7DA-1E4C88667A98}" presName="dummy" presStyleCnt="0"/>
      <dgm:spPr/>
    </dgm:pt>
    <dgm:pt modelId="{CBFC489F-8A39-4929-A253-6B2A890FDA2D}" type="pres">
      <dgm:prSet presAssocID="{9328C836-EE7B-46A9-B7DA-1E4C88667A98}" presName="node" presStyleLbl="revTx" presStyleIdx="0" presStyleCnt="5">
        <dgm:presLayoutVars>
          <dgm:bulletEnabled val="1"/>
        </dgm:presLayoutVars>
      </dgm:prSet>
      <dgm:spPr/>
    </dgm:pt>
    <dgm:pt modelId="{7EC001D3-7F51-45E4-88B1-5601B847204D}" type="pres">
      <dgm:prSet presAssocID="{59CE922D-5DD6-497B-9453-FE25751BD449}" presName="sibTrans" presStyleLbl="node1" presStyleIdx="0" presStyleCnt="5"/>
      <dgm:spPr/>
    </dgm:pt>
    <dgm:pt modelId="{1ACA6713-0ED6-4E09-8195-E1C29D98C8CD}" type="pres">
      <dgm:prSet presAssocID="{B1D4DC12-BC5A-42EC-8A38-22A3D976072A}" presName="dummy" presStyleCnt="0"/>
      <dgm:spPr/>
    </dgm:pt>
    <dgm:pt modelId="{65914D4E-77C0-49B4-B0A3-9BC41737422C}" type="pres">
      <dgm:prSet presAssocID="{B1D4DC12-BC5A-42EC-8A38-22A3D976072A}" presName="node" presStyleLbl="revTx" presStyleIdx="1" presStyleCnt="5">
        <dgm:presLayoutVars>
          <dgm:bulletEnabled val="1"/>
        </dgm:presLayoutVars>
      </dgm:prSet>
      <dgm:spPr/>
    </dgm:pt>
    <dgm:pt modelId="{A49CB361-D007-4D83-85B1-37B5CDFAFB69}" type="pres">
      <dgm:prSet presAssocID="{9833E859-DA0A-4CE5-8699-74E236312D8A}" presName="sibTrans" presStyleLbl="node1" presStyleIdx="1" presStyleCnt="5"/>
      <dgm:spPr/>
    </dgm:pt>
    <dgm:pt modelId="{A16A88B7-48C5-4EF0-A820-E6E14336A7F5}" type="pres">
      <dgm:prSet presAssocID="{20B92C55-1F2D-49B6-AD25-483CA34C4141}" presName="dummy" presStyleCnt="0"/>
      <dgm:spPr/>
    </dgm:pt>
    <dgm:pt modelId="{B6D68CD5-57E2-4877-A3D3-D79F284FB449}" type="pres">
      <dgm:prSet presAssocID="{20B92C55-1F2D-49B6-AD25-483CA34C4141}" presName="node" presStyleLbl="revTx" presStyleIdx="2" presStyleCnt="5">
        <dgm:presLayoutVars>
          <dgm:bulletEnabled val="1"/>
        </dgm:presLayoutVars>
      </dgm:prSet>
      <dgm:spPr/>
    </dgm:pt>
    <dgm:pt modelId="{26D5C486-730C-4C69-8413-1169C8677B46}" type="pres">
      <dgm:prSet presAssocID="{D8E53B9A-7A22-41ED-ACA2-B8CAB9CD2B5B}" presName="sibTrans" presStyleLbl="node1" presStyleIdx="2" presStyleCnt="5"/>
      <dgm:spPr/>
    </dgm:pt>
    <dgm:pt modelId="{B6B77840-490E-4BD4-9A61-C9A467249357}" type="pres">
      <dgm:prSet presAssocID="{44681E8B-A39D-4A6E-9C32-70B7716AC756}" presName="dummy" presStyleCnt="0"/>
      <dgm:spPr/>
    </dgm:pt>
    <dgm:pt modelId="{0E86D7AB-03BF-48E6-80C2-09F78A1772CA}" type="pres">
      <dgm:prSet presAssocID="{44681E8B-A39D-4A6E-9C32-70B7716AC756}" presName="node" presStyleLbl="revTx" presStyleIdx="3" presStyleCnt="5">
        <dgm:presLayoutVars>
          <dgm:bulletEnabled val="1"/>
        </dgm:presLayoutVars>
      </dgm:prSet>
      <dgm:spPr/>
    </dgm:pt>
    <dgm:pt modelId="{4EE3A56C-5E8E-4CC6-BC52-19439B466127}" type="pres">
      <dgm:prSet presAssocID="{B216BB78-1ED5-4094-9D47-E563D2034342}" presName="sibTrans" presStyleLbl="node1" presStyleIdx="3" presStyleCnt="5"/>
      <dgm:spPr/>
    </dgm:pt>
    <dgm:pt modelId="{4B2F3009-07B4-4DE6-8FFE-15827703B373}" type="pres">
      <dgm:prSet presAssocID="{E7397C57-7319-4112-B453-DDD19FA680DB}" presName="dummy" presStyleCnt="0"/>
      <dgm:spPr/>
    </dgm:pt>
    <dgm:pt modelId="{82CEDDC7-AF63-427C-BF37-1B1CC0B3653C}" type="pres">
      <dgm:prSet presAssocID="{E7397C57-7319-4112-B453-DDD19FA680DB}" presName="node" presStyleLbl="revTx" presStyleIdx="4" presStyleCnt="5">
        <dgm:presLayoutVars>
          <dgm:bulletEnabled val="1"/>
        </dgm:presLayoutVars>
      </dgm:prSet>
      <dgm:spPr/>
    </dgm:pt>
    <dgm:pt modelId="{A89A8E49-D80D-4B1E-833A-7F31FF588CA0}" type="pres">
      <dgm:prSet presAssocID="{4033F184-93DF-41CE-93A7-B1FF1A17EFAC}" presName="sibTrans" presStyleLbl="node1" presStyleIdx="4" presStyleCnt="5"/>
      <dgm:spPr/>
    </dgm:pt>
  </dgm:ptLst>
  <dgm:cxnLst>
    <dgm:cxn modelId="{3FB7C605-A3EA-4F83-A2DE-2D1507073B38}" type="presOf" srcId="{44681E8B-A39D-4A6E-9C32-70B7716AC756}" destId="{0E86D7AB-03BF-48E6-80C2-09F78A1772CA}" srcOrd="0" destOrd="0" presId="urn:microsoft.com/office/officeart/2005/8/layout/cycle1"/>
    <dgm:cxn modelId="{73257608-9716-4117-9246-C44123DB2BF9}" srcId="{0606AEF3-C3A6-4DA1-911D-D6D81114C321}" destId="{E7397C57-7319-4112-B453-DDD19FA680DB}" srcOrd="4" destOrd="0" parTransId="{69D4536A-1209-404A-91D4-B75B89791CAA}" sibTransId="{4033F184-93DF-41CE-93A7-B1FF1A17EFAC}"/>
    <dgm:cxn modelId="{A39B3816-AD41-496F-9E14-CCBB88AC2258}" type="presOf" srcId="{0606AEF3-C3A6-4DA1-911D-D6D81114C321}" destId="{C23F8924-0FB3-4284-BFCF-BBF4D865BC50}" srcOrd="0" destOrd="0" presId="urn:microsoft.com/office/officeart/2005/8/layout/cycle1"/>
    <dgm:cxn modelId="{7ACF852B-0CE7-47F2-AF3E-E514E5A3B4B0}" type="presOf" srcId="{B1D4DC12-BC5A-42EC-8A38-22A3D976072A}" destId="{65914D4E-77C0-49B4-B0A3-9BC41737422C}" srcOrd="0" destOrd="0" presId="urn:microsoft.com/office/officeart/2005/8/layout/cycle1"/>
    <dgm:cxn modelId="{DBFEE069-7C7E-48EA-84A6-01826B0DF978}" srcId="{0606AEF3-C3A6-4DA1-911D-D6D81114C321}" destId="{20B92C55-1F2D-49B6-AD25-483CA34C4141}" srcOrd="2" destOrd="0" parTransId="{D79204C8-49B3-4BFA-9694-B4E4B8F24660}" sibTransId="{D8E53B9A-7A22-41ED-ACA2-B8CAB9CD2B5B}"/>
    <dgm:cxn modelId="{F3E4106B-46C1-46C7-A5C6-AA967F39E11E}" srcId="{0606AEF3-C3A6-4DA1-911D-D6D81114C321}" destId="{B1D4DC12-BC5A-42EC-8A38-22A3D976072A}" srcOrd="1" destOrd="0" parTransId="{CC76D6AC-FE8F-48CC-B8ED-DB837F879412}" sibTransId="{9833E859-DA0A-4CE5-8699-74E236312D8A}"/>
    <dgm:cxn modelId="{54D72276-71C1-41EA-912B-338A05248ED7}" type="presOf" srcId="{9833E859-DA0A-4CE5-8699-74E236312D8A}" destId="{A49CB361-D007-4D83-85B1-37B5CDFAFB69}" srcOrd="0" destOrd="0" presId="urn:microsoft.com/office/officeart/2005/8/layout/cycle1"/>
    <dgm:cxn modelId="{E2A2A691-EDAE-47C9-B5B0-5F31C143AEEB}" type="presOf" srcId="{59CE922D-5DD6-497B-9453-FE25751BD449}" destId="{7EC001D3-7F51-45E4-88B1-5601B847204D}" srcOrd="0" destOrd="0" presId="urn:microsoft.com/office/officeart/2005/8/layout/cycle1"/>
    <dgm:cxn modelId="{51DAE29B-014F-49CF-AC7C-B3855040D91E}" type="presOf" srcId="{4033F184-93DF-41CE-93A7-B1FF1A17EFAC}" destId="{A89A8E49-D80D-4B1E-833A-7F31FF588CA0}" srcOrd="0" destOrd="0" presId="urn:microsoft.com/office/officeart/2005/8/layout/cycle1"/>
    <dgm:cxn modelId="{47677BAC-EAAA-412E-8845-9E3362C209CE}" srcId="{0606AEF3-C3A6-4DA1-911D-D6D81114C321}" destId="{44681E8B-A39D-4A6E-9C32-70B7716AC756}" srcOrd="3" destOrd="0" parTransId="{1923AFA6-A37E-40EE-8D35-B5BE9D42BC95}" sibTransId="{B216BB78-1ED5-4094-9D47-E563D2034342}"/>
    <dgm:cxn modelId="{680AFAB5-73F5-46CD-AF5B-82706010B594}" type="presOf" srcId="{9328C836-EE7B-46A9-B7DA-1E4C88667A98}" destId="{CBFC489F-8A39-4929-A253-6B2A890FDA2D}" srcOrd="0" destOrd="0" presId="urn:microsoft.com/office/officeart/2005/8/layout/cycle1"/>
    <dgm:cxn modelId="{5D4EC1C8-B10D-4DD7-919F-3A25BD541B84}" type="presOf" srcId="{D8E53B9A-7A22-41ED-ACA2-B8CAB9CD2B5B}" destId="{26D5C486-730C-4C69-8413-1169C8677B46}" srcOrd="0" destOrd="0" presId="urn:microsoft.com/office/officeart/2005/8/layout/cycle1"/>
    <dgm:cxn modelId="{9713ECCE-EFA2-4BAA-AF8A-A49A4AD84662}" type="presOf" srcId="{E7397C57-7319-4112-B453-DDD19FA680DB}" destId="{82CEDDC7-AF63-427C-BF37-1B1CC0B3653C}" srcOrd="0" destOrd="0" presId="urn:microsoft.com/office/officeart/2005/8/layout/cycle1"/>
    <dgm:cxn modelId="{04ED1FD6-D20E-42C3-9C42-70A25FDA92DE}" type="presOf" srcId="{B216BB78-1ED5-4094-9D47-E563D2034342}" destId="{4EE3A56C-5E8E-4CC6-BC52-19439B466127}" srcOrd="0" destOrd="0" presId="urn:microsoft.com/office/officeart/2005/8/layout/cycle1"/>
    <dgm:cxn modelId="{B27621EA-31B3-4443-914B-FB649E8BA2B6}" srcId="{0606AEF3-C3A6-4DA1-911D-D6D81114C321}" destId="{9328C836-EE7B-46A9-B7DA-1E4C88667A98}" srcOrd="0" destOrd="0" parTransId="{E12B2524-B245-40AA-B445-3A8D8320BAB1}" sibTransId="{59CE922D-5DD6-497B-9453-FE25751BD449}"/>
    <dgm:cxn modelId="{9C61F8F4-2642-4A24-B75D-2792C88F1467}" type="presOf" srcId="{20B92C55-1F2D-49B6-AD25-483CA34C4141}" destId="{B6D68CD5-57E2-4877-A3D3-D79F284FB449}" srcOrd="0" destOrd="0" presId="urn:microsoft.com/office/officeart/2005/8/layout/cycle1"/>
    <dgm:cxn modelId="{FF7E8F87-6573-409C-B410-DDDFFF766B34}" type="presParOf" srcId="{C23F8924-0FB3-4284-BFCF-BBF4D865BC50}" destId="{3FF26F87-9F2B-49F7-84B4-A769FE1DFDA0}" srcOrd="0" destOrd="0" presId="urn:microsoft.com/office/officeart/2005/8/layout/cycle1"/>
    <dgm:cxn modelId="{56C5CECC-1E3D-4D7C-93E2-B48770DF4B71}" type="presParOf" srcId="{C23F8924-0FB3-4284-BFCF-BBF4D865BC50}" destId="{CBFC489F-8A39-4929-A253-6B2A890FDA2D}" srcOrd="1" destOrd="0" presId="urn:microsoft.com/office/officeart/2005/8/layout/cycle1"/>
    <dgm:cxn modelId="{07CECF85-8DD4-4CB2-900F-2692D7ADBA11}" type="presParOf" srcId="{C23F8924-0FB3-4284-BFCF-BBF4D865BC50}" destId="{7EC001D3-7F51-45E4-88B1-5601B847204D}" srcOrd="2" destOrd="0" presId="urn:microsoft.com/office/officeart/2005/8/layout/cycle1"/>
    <dgm:cxn modelId="{F853C4BC-1AD5-48FE-A69B-8B8F1F84C29A}" type="presParOf" srcId="{C23F8924-0FB3-4284-BFCF-BBF4D865BC50}" destId="{1ACA6713-0ED6-4E09-8195-E1C29D98C8CD}" srcOrd="3" destOrd="0" presId="urn:microsoft.com/office/officeart/2005/8/layout/cycle1"/>
    <dgm:cxn modelId="{8589F9ED-933E-4AB5-85DB-9D4010B1A648}" type="presParOf" srcId="{C23F8924-0FB3-4284-BFCF-BBF4D865BC50}" destId="{65914D4E-77C0-49B4-B0A3-9BC41737422C}" srcOrd="4" destOrd="0" presId="urn:microsoft.com/office/officeart/2005/8/layout/cycle1"/>
    <dgm:cxn modelId="{968F04E9-81AE-43DF-8DB5-2F48EF66D369}" type="presParOf" srcId="{C23F8924-0FB3-4284-BFCF-BBF4D865BC50}" destId="{A49CB361-D007-4D83-85B1-37B5CDFAFB69}" srcOrd="5" destOrd="0" presId="urn:microsoft.com/office/officeart/2005/8/layout/cycle1"/>
    <dgm:cxn modelId="{55B4F1DC-AADD-457D-A85B-94466A38E431}" type="presParOf" srcId="{C23F8924-0FB3-4284-BFCF-BBF4D865BC50}" destId="{A16A88B7-48C5-4EF0-A820-E6E14336A7F5}" srcOrd="6" destOrd="0" presId="urn:microsoft.com/office/officeart/2005/8/layout/cycle1"/>
    <dgm:cxn modelId="{7DC0EF26-1248-46E6-957F-4961C290A16B}" type="presParOf" srcId="{C23F8924-0FB3-4284-BFCF-BBF4D865BC50}" destId="{B6D68CD5-57E2-4877-A3D3-D79F284FB449}" srcOrd="7" destOrd="0" presId="urn:microsoft.com/office/officeart/2005/8/layout/cycle1"/>
    <dgm:cxn modelId="{C107D2F1-4460-40CC-AB8D-DEDD72EC011D}" type="presParOf" srcId="{C23F8924-0FB3-4284-BFCF-BBF4D865BC50}" destId="{26D5C486-730C-4C69-8413-1169C8677B46}" srcOrd="8" destOrd="0" presId="urn:microsoft.com/office/officeart/2005/8/layout/cycle1"/>
    <dgm:cxn modelId="{C4955EB3-63D6-4DC6-BEC5-8DCCE7A1EA01}" type="presParOf" srcId="{C23F8924-0FB3-4284-BFCF-BBF4D865BC50}" destId="{B6B77840-490E-4BD4-9A61-C9A467249357}" srcOrd="9" destOrd="0" presId="urn:microsoft.com/office/officeart/2005/8/layout/cycle1"/>
    <dgm:cxn modelId="{53ED709C-C0CD-4F92-9885-B861917203F6}" type="presParOf" srcId="{C23F8924-0FB3-4284-BFCF-BBF4D865BC50}" destId="{0E86D7AB-03BF-48E6-80C2-09F78A1772CA}" srcOrd="10" destOrd="0" presId="urn:microsoft.com/office/officeart/2005/8/layout/cycle1"/>
    <dgm:cxn modelId="{EB06337A-F7DA-4001-AD2E-0F803FDEC7E2}" type="presParOf" srcId="{C23F8924-0FB3-4284-BFCF-BBF4D865BC50}" destId="{4EE3A56C-5E8E-4CC6-BC52-19439B466127}" srcOrd="11" destOrd="0" presId="urn:microsoft.com/office/officeart/2005/8/layout/cycle1"/>
    <dgm:cxn modelId="{F74C38E0-4680-443D-A1EA-689B0F7353CC}" type="presParOf" srcId="{C23F8924-0FB3-4284-BFCF-BBF4D865BC50}" destId="{4B2F3009-07B4-4DE6-8FFE-15827703B373}" srcOrd="12" destOrd="0" presId="urn:microsoft.com/office/officeart/2005/8/layout/cycle1"/>
    <dgm:cxn modelId="{24681A24-380C-494F-9CA6-EEFB44A60A8B}" type="presParOf" srcId="{C23F8924-0FB3-4284-BFCF-BBF4D865BC50}" destId="{82CEDDC7-AF63-427C-BF37-1B1CC0B3653C}" srcOrd="13" destOrd="0" presId="urn:microsoft.com/office/officeart/2005/8/layout/cycle1"/>
    <dgm:cxn modelId="{DB733EDE-E0E5-4CDE-8583-150A4B1693DC}" type="presParOf" srcId="{C23F8924-0FB3-4284-BFCF-BBF4D865BC50}" destId="{A89A8E49-D80D-4B1E-833A-7F31FF588CA0}" srcOrd="14" destOrd="0" presId="urn:microsoft.com/office/officeart/2005/8/layout/cycle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C30660A-F3F5-458B-83E6-49E4ED79C92C}" type="doc">
      <dgm:prSet loTypeId="urn:microsoft.com/office/officeart/2005/8/layout/process5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FDFB9C5-745D-432F-8B2D-210926515BD6}">
      <dgm:prSet/>
      <dgm:spPr/>
      <dgm:t>
        <a:bodyPr/>
        <a:lstStyle/>
        <a:p>
          <a:r>
            <a:rPr lang="en-US" dirty="0"/>
            <a:t>HTML creates button grid</a:t>
          </a:r>
        </a:p>
      </dgm:t>
    </dgm:pt>
    <dgm:pt modelId="{8CBE1FA5-39C4-4A81-A4E5-B77E93A1134B}" type="parTrans" cxnId="{56E8A34B-E2BC-4543-B6E7-849F474A70FE}">
      <dgm:prSet/>
      <dgm:spPr/>
      <dgm:t>
        <a:bodyPr/>
        <a:lstStyle/>
        <a:p>
          <a:endParaRPr lang="en-US"/>
        </a:p>
      </dgm:t>
    </dgm:pt>
    <dgm:pt modelId="{35CEEEF8-B2C2-4B28-8D94-6B64D6F2145F}" type="sibTrans" cxnId="{56E8A34B-E2BC-4543-B6E7-849F474A70FE}">
      <dgm:prSet/>
      <dgm:spPr/>
      <dgm:t>
        <a:bodyPr/>
        <a:lstStyle/>
        <a:p>
          <a:endParaRPr lang="en-US"/>
        </a:p>
      </dgm:t>
    </dgm:pt>
    <dgm:pt modelId="{D1CF56DC-A53A-495E-80E9-422F651C59CB}">
      <dgm:prSet/>
      <dgm:spPr/>
      <dgm:t>
        <a:bodyPr/>
        <a:lstStyle/>
        <a:p>
          <a:r>
            <a:rPr lang="en-US" dirty="0"/>
            <a:t>CSS handles glowing animation</a:t>
          </a:r>
        </a:p>
      </dgm:t>
    </dgm:pt>
    <dgm:pt modelId="{51257AAB-FB49-4F32-85BB-3D3714E6D4FF}" type="parTrans" cxnId="{8C05EE0B-CE33-41F2-A33F-BCF30DF42A41}">
      <dgm:prSet/>
      <dgm:spPr/>
      <dgm:t>
        <a:bodyPr/>
        <a:lstStyle/>
        <a:p>
          <a:endParaRPr lang="en-US"/>
        </a:p>
      </dgm:t>
    </dgm:pt>
    <dgm:pt modelId="{779202D6-5F35-422A-B811-FA5EFC5F4DF4}" type="sibTrans" cxnId="{8C05EE0B-CE33-41F2-A33F-BCF30DF42A41}">
      <dgm:prSet/>
      <dgm:spPr/>
      <dgm:t>
        <a:bodyPr/>
        <a:lstStyle/>
        <a:p>
          <a:endParaRPr lang="en-US"/>
        </a:p>
      </dgm:t>
    </dgm:pt>
    <dgm:pt modelId="{0D940610-F8F2-40B6-BD91-692008A30931}">
      <dgm:prSet/>
      <dgm:spPr/>
      <dgm:t>
        <a:bodyPr/>
        <a:lstStyle/>
        <a:p>
          <a:r>
            <a:rPr lang="en-US" dirty="0"/>
            <a:t>JavaScript picks random button</a:t>
          </a:r>
        </a:p>
      </dgm:t>
    </dgm:pt>
    <dgm:pt modelId="{E132882B-10BD-464A-A34F-A6EB6C85619F}" type="parTrans" cxnId="{92D8AA2D-845D-409B-9B35-CB4A5CC3CE82}">
      <dgm:prSet/>
      <dgm:spPr/>
      <dgm:t>
        <a:bodyPr/>
        <a:lstStyle/>
        <a:p>
          <a:endParaRPr lang="en-US"/>
        </a:p>
      </dgm:t>
    </dgm:pt>
    <dgm:pt modelId="{4BDB81E3-8E65-4DCC-9794-3EF8517B9411}" type="sibTrans" cxnId="{92D8AA2D-845D-409B-9B35-CB4A5CC3CE82}">
      <dgm:prSet/>
      <dgm:spPr/>
      <dgm:t>
        <a:bodyPr/>
        <a:lstStyle/>
        <a:p>
          <a:endParaRPr lang="en-US"/>
        </a:p>
      </dgm:t>
    </dgm:pt>
    <dgm:pt modelId="{11FB6E63-6521-4651-AF74-0F4C8BD8A7C0}">
      <dgm:prSet/>
      <dgm:spPr/>
      <dgm:t>
        <a:bodyPr/>
        <a:lstStyle/>
        <a:p>
          <a:r>
            <a:rPr lang="en-US" dirty="0"/>
            <a:t>Score updates after every correct click</a:t>
          </a:r>
        </a:p>
      </dgm:t>
    </dgm:pt>
    <dgm:pt modelId="{52E8BFD5-71D4-4DCC-83B6-AF56D6377389}" type="parTrans" cxnId="{7920F98C-E6A8-403A-A16A-86911427071C}">
      <dgm:prSet/>
      <dgm:spPr/>
      <dgm:t>
        <a:bodyPr/>
        <a:lstStyle/>
        <a:p>
          <a:endParaRPr lang="en-US"/>
        </a:p>
      </dgm:t>
    </dgm:pt>
    <dgm:pt modelId="{5E5ECB60-FB10-42D2-A753-DCE1ABEBBAA7}" type="sibTrans" cxnId="{7920F98C-E6A8-403A-A16A-86911427071C}">
      <dgm:prSet/>
      <dgm:spPr/>
      <dgm:t>
        <a:bodyPr/>
        <a:lstStyle/>
        <a:p>
          <a:endParaRPr lang="en-US"/>
        </a:p>
      </dgm:t>
    </dgm:pt>
    <dgm:pt modelId="{1D07FB58-572E-4D35-A1C3-27A7E877946D}">
      <dgm:prSet/>
      <dgm:spPr/>
      <dgm:t>
        <a:bodyPr/>
        <a:lstStyle/>
        <a:p>
          <a:r>
            <a:rPr lang="en-US" dirty="0"/>
            <a:t>Timer ends game automatically</a:t>
          </a:r>
        </a:p>
      </dgm:t>
    </dgm:pt>
    <dgm:pt modelId="{31207BD1-38A8-4CF8-B069-F7CD1BD483C7}" type="parTrans" cxnId="{7549E5F7-524C-41EC-9053-4CE841ED49AE}">
      <dgm:prSet/>
      <dgm:spPr/>
      <dgm:t>
        <a:bodyPr/>
        <a:lstStyle/>
        <a:p>
          <a:endParaRPr lang="en-US"/>
        </a:p>
      </dgm:t>
    </dgm:pt>
    <dgm:pt modelId="{74F29FDC-6D7C-4C4D-8C07-D6B3B08C8066}" type="sibTrans" cxnId="{7549E5F7-524C-41EC-9053-4CE841ED49AE}">
      <dgm:prSet/>
      <dgm:spPr/>
      <dgm:t>
        <a:bodyPr/>
        <a:lstStyle/>
        <a:p>
          <a:endParaRPr lang="en-US"/>
        </a:p>
      </dgm:t>
    </dgm:pt>
    <dgm:pt modelId="{E24BEFDB-B6B3-4759-9452-6D9914B2272E}" type="pres">
      <dgm:prSet presAssocID="{9C30660A-F3F5-458B-83E6-49E4ED79C92C}" presName="diagram" presStyleCnt="0">
        <dgm:presLayoutVars>
          <dgm:dir/>
          <dgm:resizeHandles val="exact"/>
        </dgm:presLayoutVars>
      </dgm:prSet>
      <dgm:spPr/>
    </dgm:pt>
    <dgm:pt modelId="{7E92F639-30F6-43CA-B405-1977762CA496}" type="pres">
      <dgm:prSet presAssocID="{AFDFB9C5-745D-432F-8B2D-210926515BD6}" presName="node" presStyleLbl="node1" presStyleIdx="0" presStyleCnt="5">
        <dgm:presLayoutVars>
          <dgm:bulletEnabled val="1"/>
        </dgm:presLayoutVars>
      </dgm:prSet>
      <dgm:spPr/>
    </dgm:pt>
    <dgm:pt modelId="{A5F4526C-2CEC-4E07-AE72-72D5704B9673}" type="pres">
      <dgm:prSet presAssocID="{35CEEEF8-B2C2-4B28-8D94-6B64D6F2145F}" presName="sibTrans" presStyleLbl="sibTrans2D1" presStyleIdx="0" presStyleCnt="4"/>
      <dgm:spPr/>
    </dgm:pt>
    <dgm:pt modelId="{21EF28BC-4DDF-421F-AC53-3CC1F0D275C2}" type="pres">
      <dgm:prSet presAssocID="{35CEEEF8-B2C2-4B28-8D94-6B64D6F2145F}" presName="connectorText" presStyleLbl="sibTrans2D1" presStyleIdx="0" presStyleCnt="4"/>
      <dgm:spPr/>
    </dgm:pt>
    <dgm:pt modelId="{1E1B471F-8D5B-4F4E-8B98-E909DA0CB9CE}" type="pres">
      <dgm:prSet presAssocID="{D1CF56DC-A53A-495E-80E9-422F651C59CB}" presName="node" presStyleLbl="node1" presStyleIdx="1" presStyleCnt="5">
        <dgm:presLayoutVars>
          <dgm:bulletEnabled val="1"/>
        </dgm:presLayoutVars>
      </dgm:prSet>
      <dgm:spPr/>
    </dgm:pt>
    <dgm:pt modelId="{FC3492C6-AEF7-4A9A-860B-DBE1B5F61BFF}" type="pres">
      <dgm:prSet presAssocID="{779202D6-5F35-422A-B811-FA5EFC5F4DF4}" presName="sibTrans" presStyleLbl="sibTrans2D1" presStyleIdx="1" presStyleCnt="4"/>
      <dgm:spPr/>
    </dgm:pt>
    <dgm:pt modelId="{7FC428E8-171E-4ABD-9DFC-34B477B05A9D}" type="pres">
      <dgm:prSet presAssocID="{779202D6-5F35-422A-B811-FA5EFC5F4DF4}" presName="connectorText" presStyleLbl="sibTrans2D1" presStyleIdx="1" presStyleCnt="4"/>
      <dgm:spPr/>
    </dgm:pt>
    <dgm:pt modelId="{CE2F768B-81F7-40C7-9FD2-698B8614DC45}" type="pres">
      <dgm:prSet presAssocID="{0D940610-F8F2-40B6-BD91-692008A30931}" presName="node" presStyleLbl="node1" presStyleIdx="2" presStyleCnt="5">
        <dgm:presLayoutVars>
          <dgm:bulletEnabled val="1"/>
        </dgm:presLayoutVars>
      </dgm:prSet>
      <dgm:spPr/>
    </dgm:pt>
    <dgm:pt modelId="{46A13ED1-7F41-4E54-B29A-73CD8622915F}" type="pres">
      <dgm:prSet presAssocID="{4BDB81E3-8E65-4DCC-9794-3EF8517B9411}" presName="sibTrans" presStyleLbl="sibTrans2D1" presStyleIdx="2" presStyleCnt="4"/>
      <dgm:spPr/>
    </dgm:pt>
    <dgm:pt modelId="{733F88DC-10F7-4EEB-956D-4B984DFB21AC}" type="pres">
      <dgm:prSet presAssocID="{4BDB81E3-8E65-4DCC-9794-3EF8517B9411}" presName="connectorText" presStyleLbl="sibTrans2D1" presStyleIdx="2" presStyleCnt="4"/>
      <dgm:spPr/>
    </dgm:pt>
    <dgm:pt modelId="{AEB89612-B4E2-4BDD-B895-3B92C3750B4A}" type="pres">
      <dgm:prSet presAssocID="{11FB6E63-6521-4651-AF74-0F4C8BD8A7C0}" presName="node" presStyleLbl="node1" presStyleIdx="3" presStyleCnt="5">
        <dgm:presLayoutVars>
          <dgm:bulletEnabled val="1"/>
        </dgm:presLayoutVars>
      </dgm:prSet>
      <dgm:spPr/>
    </dgm:pt>
    <dgm:pt modelId="{C922D50C-F40E-44C2-A291-4E68AD6A8526}" type="pres">
      <dgm:prSet presAssocID="{5E5ECB60-FB10-42D2-A753-DCE1ABEBBAA7}" presName="sibTrans" presStyleLbl="sibTrans2D1" presStyleIdx="3" presStyleCnt="4"/>
      <dgm:spPr/>
    </dgm:pt>
    <dgm:pt modelId="{029EAA8C-3C45-4580-9EA3-8235A1B28863}" type="pres">
      <dgm:prSet presAssocID="{5E5ECB60-FB10-42D2-A753-DCE1ABEBBAA7}" presName="connectorText" presStyleLbl="sibTrans2D1" presStyleIdx="3" presStyleCnt="4"/>
      <dgm:spPr/>
    </dgm:pt>
    <dgm:pt modelId="{C5FC04CC-7231-4A02-8DA4-30905096941C}" type="pres">
      <dgm:prSet presAssocID="{1D07FB58-572E-4D35-A1C3-27A7E877946D}" presName="node" presStyleLbl="node1" presStyleIdx="4" presStyleCnt="5">
        <dgm:presLayoutVars>
          <dgm:bulletEnabled val="1"/>
        </dgm:presLayoutVars>
      </dgm:prSet>
      <dgm:spPr/>
    </dgm:pt>
  </dgm:ptLst>
  <dgm:cxnLst>
    <dgm:cxn modelId="{A5B2C708-60DF-42D5-AC8C-64F6279D12F2}" type="presOf" srcId="{AFDFB9C5-745D-432F-8B2D-210926515BD6}" destId="{7E92F639-30F6-43CA-B405-1977762CA496}" srcOrd="0" destOrd="0" presId="urn:microsoft.com/office/officeart/2005/8/layout/process5"/>
    <dgm:cxn modelId="{8C05EE0B-CE33-41F2-A33F-BCF30DF42A41}" srcId="{9C30660A-F3F5-458B-83E6-49E4ED79C92C}" destId="{D1CF56DC-A53A-495E-80E9-422F651C59CB}" srcOrd="1" destOrd="0" parTransId="{51257AAB-FB49-4F32-85BB-3D3714E6D4FF}" sibTransId="{779202D6-5F35-422A-B811-FA5EFC5F4DF4}"/>
    <dgm:cxn modelId="{92D8AA2D-845D-409B-9B35-CB4A5CC3CE82}" srcId="{9C30660A-F3F5-458B-83E6-49E4ED79C92C}" destId="{0D940610-F8F2-40B6-BD91-692008A30931}" srcOrd="2" destOrd="0" parTransId="{E132882B-10BD-464A-A34F-A6EB6C85619F}" sibTransId="{4BDB81E3-8E65-4DCC-9794-3EF8517B9411}"/>
    <dgm:cxn modelId="{E570262E-F315-45DE-A03B-E4C8F16E6328}" type="presOf" srcId="{779202D6-5F35-422A-B811-FA5EFC5F4DF4}" destId="{FC3492C6-AEF7-4A9A-860B-DBE1B5F61BFF}" srcOrd="0" destOrd="0" presId="urn:microsoft.com/office/officeart/2005/8/layout/process5"/>
    <dgm:cxn modelId="{C62B7C2F-9D92-44FA-9DB9-21639795CF8A}" type="presOf" srcId="{4BDB81E3-8E65-4DCC-9794-3EF8517B9411}" destId="{733F88DC-10F7-4EEB-956D-4B984DFB21AC}" srcOrd="1" destOrd="0" presId="urn:microsoft.com/office/officeart/2005/8/layout/process5"/>
    <dgm:cxn modelId="{DAD2DF33-AA7B-4360-81B8-A5D929C842C9}" type="presOf" srcId="{5E5ECB60-FB10-42D2-A753-DCE1ABEBBAA7}" destId="{029EAA8C-3C45-4580-9EA3-8235A1B28863}" srcOrd="1" destOrd="0" presId="urn:microsoft.com/office/officeart/2005/8/layout/process5"/>
    <dgm:cxn modelId="{30E28A60-6384-41C9-BFF6-2BCD643DB3AC}" type="presOf" srcId="{779202D6-5F35-422A-B811-FA5EFC5F4DF4}" destId="{7FC428E8-171E-4ABD-9DFC-34B477B05A9D}" srcOrd="1" destOrd="0" presId="urn:microsoft.com/office/officeart/2005/8/layout/process5"/>
    <dgm:cxn modelId="{150E6766-5C0A-4D4B-9C7B-0BDBEABA5977}" type="presOf" srcId="{1D07FB58-572E-4D35-A1C3-27A7E877946D}" destId="{C5FC04CC-7231-4A02-8DA4-30905096941C}" srcOrd="0" destOrd="0" presId="urn:microsoft.com/office/officeart/2005/8/layout/process5"/>
    <dgm:cxn modelId="{3CC3046B-8734-4ADC-AC41-9333781AF97C}" type="presOf" srcId="{4BDB81E3-8E65-4DCC-9794-3EF8517B9411}" destId="{46A13ED1-7F41-4E54-B29A-73CD8622915F}" srcOrd="0" destOrd="0" presId="urn:microsoft.com/office/officeart/2005/8/layout/process5"/>
    <dgm:cxn modelId="{56E8A34B-E2BC-4543-B6E7-849F474A70FE}" srcId="{9C30660A-F3F5-458B-83E6-49E4ED79C92C}" destId="{AFDFB9C5-745D-432F-8B2D-210926515BD6}" srcOrd="0" destOrd="0" parTransId="{8CBE1FA5-39C4-4A81-A4E5-B77E93A1134B}" sibTransId="{35CEEEF8-B2C2-4B28-8D94-6B64D6F2145F}"/>
    <dgm:cxn modelId="{1599BA70-AB21-41A8-9786-1D3A3D18700E}" type="presOf" srcId="{11FB6E63-6521-4651-AF74-0F4C8BD8A7C0}" destId="{AEB89612-B4E2-4BDD-B895-3B92C3750B4A}" srcOrd="0" destOrd="0" presId="urn:microsoft.com/office/officeart/2005/8/layout/process5"/>
    <dgm:cxn modelId="{7920F98C-E6A8-403A-A16A-86911427071C}" srcId="{9C30660A-F3F5-458B-83E6-49E4ED79C92C}" destId="{11FB6E63-6521-4651-AF74-0F4C8BD8A7C0}" srcOrd="3" destOrd="0" parTransId="{52E8BFD5-71D4-4DCC-83B6-AF56D6377389}" sibTransId="{5E5ECB60-FB10-42D2-A753-DCE1ABEBBAA7}"/>
    <dgm:cxn modelId="{96F99399-B1BE-49FB-9644-13A1A86A7D05}" type="presOf" srcId="{0D940610-F8F2-40B6-BD91-692008A30931}" destId="{CE2F768B-81F7-40C7-9FD2-698B8614DC45}" srcOrd="0" destOrd="0" presId="urn:microsoft.com/office/officeart/2005/8/layout/process5"/>
    <dgm:cxn modelId="{3F20039E-37D9-43C4-A3D6-BCDD271242FA}" type="presOf" srcId="{5E5ECB60-FB10-42D2-A753-DCE1ABEBBAA7}" destId="{C922D50C-F40E-44C2-A291-4E68AD6A8526}" srcOrd="0" destOrd="0" presId="urn:microsoft.com/office/officeart/2005/8/layout/process5"/>
    <dgm:cxn modelId="{A68BEBB4-0AC9-4056-BEC2-71AC7443D7F4}" type="presOf" srcId="{9C30660A-F3F5-458B-83E6-49E4ED79C92C}" destId="{E24BEFDB-B6B3-4759-9452-6D9914B2272E}" srcOrd="0" destOrd="0" presId="urn:microsoft.com/office/officeart/2005/8/layout/process5"/>
    <dgm:cxn modelId="{4ACAC4B7-30F9-4FB1-99F6-47894D3E7D4E}" type="presOf" srcId="{35CEEEF8-B2C2-4B28-8D94-6B64D6F2145F}" destId="{21EF28BC-4DDF-421F-AC53-3CC1F0D275C2}" srcOrd="1" destOrd="0" presId="urn:microsoft.com/office/officeart/2005/8/layout/process5"/>
    <dgm:cxn modelId="{ECF6F6B9-9106-4D87-896F-20696D9FF419}" type="presOf" srcId="{D1CF56DC-A53A-495E-80E9-422F651C59CB}" destId="{1E1B471F-8D5B-4F4E-8B98-E909DA0CB9CE}" srcOrd="0" destOrd="0" presId="urn:microsoft.com/office/officeart/2005/8/layout/process5"/>
    <dgm:cxn modelId="{7549E5F7-524C-41EC-9053-4CE841ED49AE}" srcId="{9C30660A-F3F5-458B-83E6-49E4ED79C92C}" destId="{1D07FB58-572E-4D35-A1C3-27A7E877946D}" srcOrd="4" destOrd="0" parTransId="{31207BD1-38A8-4CF8-B069-F7CD1BD483C7}" sibTransId="{74F29FDC-6D7C-4C4D-8C07-D6B3B08C8066}"/>
    <dgm:cxn modelId="{2251F8FF-03C9-4695-B9B9-AFA7BCA48AC1}" type="presOf" srcId="{35CEEEF8-B2C2-4B28-8D94-6B64D6F2145F}" destId="{A5F4526C-2CEC-4E07-AE72-72D5704B9673}" srcOrd="0" destOrd="0" presId="urn:microsoft.com/office/officeart/2005/8/layout/process5"/>
    <dgm:cxn modelId="{498FC021-B274-481A-8A6B-8A15C7D4F8B1}" type="presParOf" srcId="{E24BEFDB-B6B3-4759-9452-6D9914B2272E}" destId="{7E92F639-30F6-43CA-B405-1977762CA496}" srcOrd="0" destOrd="0" presId="urn:microsoft.com/office/officeart/2005/8/layout/process5"/>
    <dgm:cxn modelId="{42E8F33A-3EEE-4CF9-A280-93DAC001B5B8}" type="presParOf" srcId="{E24BEFDB-B6B3-4759-9452-6D9914B2272E}" destId="{A5F4526C-2CEC-4E07-AE72-72D5704B9673}" srcOrd="1" destOrd="0" presId="urn:microsoft.com/office/officeart/2005/8/layout/process5"/>
    <dgm:cxn modelId="{2EA7B269-C4DC-45D0-A470-1B4A3538823E}" type="presParOf" srcId="{A5F4526C-2CEC-4E07-AE72-72D5704B9673}" destId="{21EF28BC-4DDF-421F-AC53-3CC1F0D275C2}" srcOrd="0" destOrd="0" presId="urn:microsoft.com/office/officeart/2005/8/layout/process5"/>
    <dgm:cxn modelId="{D3101C63-7785-483F-9309-DBE4D5B0EC87}" type="presParOf" srcId="{E24BEFDB-B6B3-4759-9452-6D9914B2272E}" destId="{1E1B471F-8D5B-4F4E-8B98-E909DA0CB9CE}" srcOrd="2" destOrd="0" presId="urn:microsoft.com/office/officeart/2005/8/layout/process5"/>
    <dgm:cxn modelId="{3AAE7D43-5A85-49B9-BF33-5C8FBA484333}" type="presParOf" srcId="{E24BEFDB-B6B3-4759-9452-6D9914B2272E}" destId="{FC3492C6-AEF7-4A9A-860B-DBE1B5F61BFF}" srcOrd="3" destOrd="0" presId="urn:microsoft.com/office/officeart/2005/8/layout/process5"/>
    <dgm:cxn modelId="{AF182531-3A66-4159-B1A5-18DB004B3FBF}" type="presParOf" srcId="{FC3492C6-AEF7-4A9A-860B-DBE1B5F61BFF}" destId="{7FC428E8-171E-4ABD-9DFC-34B477B05A9D}" srcOrd="0" destOrd="0" presId="urn:microsoft.com/office/officeart/2005/8/layout/process5"/>
    <dgm:cxn modelId="{BB54B4A9-EDA3-442F-9FAB-069168106D87}" type="presParOf" srcId="{E24BEFDB-B6B3-4759-9452-6D9914B2272E}" destId="{CE2F768B-81F7-40C7-9FD2-698B8614DC45}" srcOrd="4" destOrd="0" presId="urn:microsoft.com/office/officeart/2005/8/layout/process5"/>
    <dgm:cxn modelId="{6A5B2735-F290-412F-8B19-7B75BCECAD3E}" type="presParOf" srcId="{E24BEFDB-B6B3-4759-9452-6D9914B2272E}" destId="{46A13ED1-7F41-4E54-B29A-73CD8622915F}" srcOrd="5" destOrd="0" presId="urn:microsoft.com/office/officeart/2005/8/layout/process5"/>
    <dgm:cxn modelId="{D6474DAA-B469-4A5C-927C-24C1F5B8AD6F}" type="presParOf" srcId="{46A13ED1-7F41-4E54-B29A-73CD8622915F}" destId="{733F88DC-10F7-4EEB-956D-4B984DFB21AC}" srcOrd="0" destOrd="0" presId="urn:microsoft.com/office/officeart/2005/8/layout/process5"/>
    <dgm:cxn modelId="{09908236-9712-429D-801A-7D41EE90200F}" type="presParOf" srcId="{E24BEFDB-B6B3-4759-9452-6D9914B2272E}" destId="{AEB89612-B4E2-4BDD-B895-3B92C3750B4A}" srcOrd="6" destOrd="0" presId="urn:microsoft.com/office/officeart/2005/8/layout/process5"/>
    <dgm:cxn modelId="{5A1B7ADA-B63F-4E74-A449-9DF3088E08F7}" type="presParOf" srcId="{E24BEFDB-B6B3-4759-9452-6D9914B2272E}" destId="{C922D50C-F40E-44C2-A291-4E68AD6A8526}" srcOrd="7" destOrd="0" presId="urn:microsoft.com/office/officeart/2005/8/layout/process5"/>
    <dgm:cxn modelId="{90937BE5-6491-4473-A0E7-D620B75245EA}" type="presParOf" srcId="{C922D50C-F40E-44C2-A291-4E68AD6A8526}" destId="{029EAA8C-3C45-4580-9EA3-8235A1B28863}" srcOrd="0" destOrd="0" presId="urn:microsoft.com/office/officeart/2005/8/layout/process5"/>
    <dgm:cxn modelId="{42B668C4-964A-405B-B7F3-FE807C5AA2E6}" type="presParOf" srcId="{E24BEFDB-B6B3-4759-9452-6D9914B2272E}" destId="{C5FC04CC-7231-4A02-8DA4-30905096941C}" srcOrd="8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4FEBF36-EE72-4413-BFC8-09647A7A1B82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DAD658BA-DD6A-4238-ABEC-9603FA03AAB9}">
      <dgm:prSet/>
      <dgm:spPr/>
      <dgm:t>
        <a:bodyPr/>
        <a:lstStyle/>
        <a:p>
          <a:r>
            <a:rPr lang="en-US"/>
            <a:t>🐢 Slow and mysterious</a:t>
          </a:r>
        </a:p>
      </dgm:t>
    </dgm:pt>
    <dgm:pt modelId="{1D7B49CD-E414-43EC-ADB2-31198925F409}" type="parTrans" cxnId="{A15A4248-C004-4E9A-81E3-FA3501A5CF17}">
      <dgm:prSet/>
      <dgm:spPr/>
      <dgm:t>
        <a:bodyPr/>
        <a:lstStyle/>
        <a:p>
          <a:endParaRPr lang="en-US"/>
        </a:p>
      </dgm:t>
    </dgm:pt>
    <dgm:pt modelId="{8E341ED0-5DEB-484A-82CE-7CCCBB4CA8E8}" type="sibTrans" cxnId="{A15A4248-C004-4E9A-81E3-FA3501A5CF17}">
      <dgm:prSet/>
      <dgm:spPr/>
      <dgm:t>
        <a:bodyPr/>
        <a:lstStyle/>
        <a:p>
          <a:endParaRPr lang="en-US"/>
        </a:p>
      </dgm:t>
    </dgm:pt>
    <dgm:pt modelId="{49D07C48-3744-4C77-8D1E-CEC12A3E0DA3}">
      <dgm:prSet/>
      <dgm:spPr/>
      <dgm:t>
        <a:bodyPr/>
        <a:lstStyle/>
        <a:p>
          <a:r>
            <a:rPr lang="en-US"/>
            <a:t>😄 Random clicking champion</a:t>
          </a:r>
        </a:p>
      </dgm:t>
    </dgm:pt>
    <dgm:pt modelId="{99EDA1FA-74C1-4F36-9FF8-070FD3E0AE60}" type="parTrans" cxnId="{167613AC-FE3C-4869-BA77-BD46C8CE3D21}">
      <dgm:prSet/>
      <dgm:spPr/>
      <dgm:t>
        <a:bodyPr/>
        <a:lstStyle/>
        <a:p>
          <a:endParaRPr lang="en-US"/>
        </a:p>
      </dgm:t>
    </dgm:pt>
    <dgm:pt modelId="{C3162056-F20B-4040-AB14-03DC948C6333}" type="sibTrans" cxnId="{167613AC-FE3C-4869-BA77-BD46C8CE3D21}">
      <dgm:prSet/>
      <dgm:spPr/>
      <dgm:t>
        <a:bodyPr/>
        <a:lstStyle/>
        <a:p>
          <a:endParaRPr lang="en-US"/>
        </a:p>
      </dgm:t>
    </dgm:pt>
    <dgm:pt modelId="{7C6829B5-2ABE-402B-96AC-F839B26A266C}">
      <dgm:prSet/>
      <dgm:spPr/>
      <dgm:t>
        <a:bodyPr/>
        <a:lstStyle/>
        <a:p>
          <a:r>
            <a:rPr lang="en-US"/>
            <a:t>🔥 Fast fingers unlocked</a:t>
          </a:r>
        </a:p>
      </dgm:t>
    </dgm:pt>
    <dgm:pt modelId="{F8BD7F6B-9ED6-4B47-A86A-B032572F2FC6}" type="parTrans" cxnId="{2312B00C-549A-4765-AE4D-1EE4D5C86512}">
      <dgm:prSet/>
      <dgm:spPr/>
      <dgm:t>
        <a:bodyPr/>
        <a:lstStyle/>
        <a:p>
          <a:endParaRPr lang="en-US"/>
        </a:p>
      </dgm:t>
    </dgm:pt>
    <dgm:pt modelId="{C11E8C34-A40D-4497-BA4E-09C82782A7A5}" type="sibTrans" cxnId="{2312B00C-549A-4765-AE4D-1EE4D5C86512}">
      <dgm:prSet/>
      <dgm:spPr/>
      <dgm:t>
        <a:bodyPr/>
        <a:lstStyle/>
        <a:p>
          <a:endParaRPr lang="en-US"/>
        </a:p>
      </dgm:t>
    </dgm:pt>
    <dgm:pt modelId="{188B3607-B925-493E-97B6-A9F8157AF093}">
      <dgm:prSet/>
      <dgm:spPr/>
      <dgm:t>
        <a:bodyPr/>
        <a:lstStyle/>
        <a:p>
          <a:r>
            <a:rPr lang="en-US"/>
            <a:t>👑 Button Master Supreme</a:t>
          </a:r>
        </a:p>
      </dgm:t>
    </dgm:pt>
    <dgm:pt modelId="{B33C20BF-CC7C-41D5-B1B6-F48B60159E69}" type="parTrans" cxnId="{A52D8E64-3823-4CB4-A6FD-6A312D775FAB}">
      <dgm:prSet/>
      <dgm:spPr/>
      <dgm:t>
        <a:bodyPr/>
        <a:lstStyle/>
        <a:p>
          <a:endParaRPr lang="en-US"/>
        </a:p>
      </dgm:t>
    </dgm:pt>
    <dgm:pt modelId="{538654FD-25E9-4DC2-A3FE-F62D3A38644E}" type="sibTrans" cxnId="{A52D8E64-3823-4CB4-A6FD-6A312D775FAB}">
      <dgm:prSet/>
      <dgm:spPr/>
      <dgm:t>
        <a:bodyPr/>
        <a:lstStyle/>
        <a:p>
          <a:endParaRPr lang="en-US"/>
        </a:p>
      </dgm:t>
    </dgm:pt>
    <dgm:pt modelId="{C8C7FE2A-CEE8-4A0B-8699-B572253A2918}" type="pres">
      <dgm:prSet presAssocID="{F4FEBF36-EE72-4413-BFC8-09647A7A1B82}" presName="linear" presStyleCnt="0">
        <dgm:presLayoutVars>
          <dgm:animLvl val="lvl"/>
          <dgm:resizeHandles val="exact"/>
        </dgm:presLayoutVars>
      </dgm:prSet>
      <dgm:spPr/>
    </dgm:pt>
    <dgm:pt modelId="{E657522D-E1F6-417F-B1A1-AF8B7A65B899}" type="pres">
      <dgm:prSet presAssocID="{DAD658BA-DD6A-4238-ABEC-9603FA03AAB9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977918DC-C964-4ED1-8D88-8532F9B32315}" type="pres">
      <dgm:prSet presAssocID="{8E341ED0-5DEB-484A-82CE-7CCCBB4CA8E8}" presName="spacer" presStyleCnt="0"/>
      <dgm:spPr/>
    </dgm:pt>
    <dgm:pt modelId="{7F38090C-CEDE-4F35-986D-A8B2D3D45582}" type="pres">
      <dgm:prSet presAssocID="{49D07C48-3744-4C77-8D1E-CEC12A3E0DA3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5F2B93A4-11CA-41C1-9302-4720DD967517}" type="pres">
      <dgm:prSet presAssocID="{C3162056-F20B-4040-AB14-03DC948C6333}" presName="spacer" presStyleCnt="0"/>
      <dgm:spPr/>
    </dgm:pt>
    <dgm:pt modelId="{8A9B9C65-249B-4DE5-B25C-FE3B74914F8B}" type="pres">
      <dgm:prSet presAssocID="{7C6829B5-2ABE-402B-96AC-F839B26A266C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24E71749-2CD8-4070-AB4D-C497AE98F6D2}" type="pres">
      <dgm:prSet presAssocID="{C11E8C34-A40D-4497-BA4E-09C82782A7A5}" presName="spacer" presStyleCnt="0"/>
      <dgm:spPr/>
    </dgm:pt>
    <dgm:pt modelId="{AFA705D3-AE92-4E88-9B12-DA78D4290C9B}" type="pres">
      <dgm:prSet presAssocID="{188B3607-B925-493E-97B6-A9F8157AF093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2312B00C-549A-4765-AE4D-1EE4D5C86512}" srcId="{F4FEBF36-EE72-4413-BFC8-09647A7A1B82}" destId="{7C6829B5-2ABE-402B-96AC-F839B26A266C}" srcOrd="2" destOrd="0" parTransId="{F8BD7F6B-9ED6-4B47-A86A-B032572F2FC6}" sibTransId="{C11E8C34-A40D-4497-BA4E-09C82782A7A5}"/>
    <dgm:cxn modelId="{7B144E2B-0E05-436E-A73B-F889231C7B10}" type="presOf" srcId="{49D07C48-3744-4C77-8D1E-CEC12A3E0DA3}" destId="{7F38090C-CEDE-4F35-986D-A8B2D3D45582}" srcOrd="0" destOrd="0" presId="urn:microsoft.com/office/officeart/2005/8/layout/vList2"/>
    <dgm:cxn modelId="{A52D8E64-3823-4CB4-A6FD-6A312D775FAB}" srcId="{F4FEBF36-EE72-4413-BFC8-09647A7A1B82}" destId="{188B3607-B925-493E-97B6-A9F8157AF093}" srcOrd="3" destOrd="0" parTransId="{B33C20BF-CC7C-41D5-B1B6-F48B60159E69}" sibTransId="{538654FD-25E9-4DC2-A3FE-F62D3A38644E}"/>
    <dgm:cxn modelId="{A15A4248-C004-4E9A-81E3-FA3501A5CF17}" srcId="{F4FEBF36-EE72-4413-BFC8-09647A7A1B82}" destId="{DAD658BA-DD6A-4238-ABEC-9603FA03AAB9}" srcOrd="0" destOrd="0" parTransId="{1D7B49CD-E414-43EC-ADB2-31198925F409}" sibTransId="{8E341ED0-5DEB-484A-82CE-7CCCBB4CA8E8}"/>
    <dgm:cxn modelId="{841F8A69-62E2-42E0-8C50-0DEF3B9AF651}" type="presOf" srcId="{7C6829B5-2ABE-402B-96AC-F839B26A266C}" destId="{8A9B9C65-249B-4DE5-B25C-FE3B74914F8B}" srcOrd="0" destOrd="0" presId="urn:microsoft.com/office/officeart/2005/8/layout/vList2"/>
    <dgm:cxn modelId="{167613AC-FE3C-4869-BA77-BD46C8CE3D21}" srcId="{F4FEBF36-EE72-4413-BFC8-09647A7A1B82}" destId="{49D07C48-3744-4C77-8D1E-CEC12A3E0DA3}" srcOrd="1" destOrd="0" parTransId="{99EDA1FA-74C1-4F36-9FF8-070FD3E0AE60}" sibTransId="{C3162056-F20B-4040-AB14-03DC948C6333}"/>
    <dgm:cxn modelId="{D02525D7-9928-4457-85AB-31BCFCF3A91F}" type="presOf" srcId="{188B3607-B925-493E-97B6-A9F8157AF093}" destId="{AFA705D3-AE92-4E88-9B12-DA78D4290C9B}" srcOrd="0" destOrd="0" presId="urn:microsoft.com/office/officeart/2005/8/layout/vList2"/>
    <dgm:cxn modelId="{EDDA5FDB-F0B0-495E-BBC1-06B00B0ABEE9}" type="presOf" srcId="{F4FEBF36-EE72-4413-BFC8-09647A7A1B82}" destId="{C8C7FE2A-CEE8-4A0B-8699-B572253A2918}" srcOrd="0" destOrd="0" presId="urn:microsoft.com/office/officeart/2005/8/layout/vList2"/>
    <dgm:cxn modelId="{406A7FE1-5A2B-4E38-898E-6C034B110F04}" type="presOf" srcId="{DAD658BA-DD6A-4238-ABEC-9603FA03AAB9}" destId="{E657522D-E1F6-417F-B1A1-AF8B7A65B899}" srcOrd="0" destOrd="0" presId="urn:microsoft.com/office/officeart/2005/8/layout/vList2"/>
    <dgm:cxn modelId="{2EB040AC-708E-4C78-BF9A-53080BA41B3C}" type="presParOf" srcId="{C8C7FE2A-CEE8-4A0B-8699-B572253A2918}" destId="{E657522D-E1F6-417F-B1A1-AF8B7A65B899}" srcOrd="0" destOrd="0" presId="urn:microsoft.com/office/officeart/2005/8/layout/vList2"/>
    <dgm:cxn modelId="{A389BA14-6311-4D61-856B-BAFB43C14DA1}" type="presParOf" srcId="{C8C7FE2A-CEE8-4A0B-8699-B572253A2918}" destId="{977918DC-C964-4ED1-8D88-8532F9B32315}" srcOrd="1" destOrd="0" presId="urn:microsoft.com/office/officeart/2005/8/layout/vList2"/>
    <dgm:cxn modelId="{07C8A6BD-3D8D-482D-BA36-83816BAB3E0C}" type="presParOf" srcId="{C8C7FE2A-CEE8-4A0B-8699-B572253A2918}" destId="{7F38090C-CEDE-4F35-986D-A8B2D3D45582}" srcOrd="2" destOrd="0" presId="urn:microsoft.com/office/officeart/2005/8/layout/vList2"/>
    <dgm:cxn modelId="{8DAE170F-7FF8-46DA-8858-3BD2C45832E2}" type="presParOf" srcId="{C8C7FE2A-CEE8-4A0B-8699-B572253A2918}" destId="{5F2B93A4-11CA-41C1-9302-4720DD967517}" srcOrd="3" destOrd="0" presId="urn:microsoft.com/office/officeart/2005/8/layout/vList2"/>
    <dgm:cxn modelId="{225FBA73-17EE-418B-B175-BB43BC08557E}" type="presParOf" srcId="{C8C7FE2A-CEE8-4A0B-8699-B572253A2918}" destId="{8A9B9C65-249B-4DE5-B25C-FE3B74914F8B}" srcOrd="4" destOrd="0" presId="urn:microsoft.com/office/officeart/2005/8/layout/vList2"/>
    <dgm:cxn modelId="{5D81E8E9-4F08-4072-9883-8C508EACC124}" type="presParOf" srcId="{C8C7FE2A-CEE8-4A0B-8699-B572253A2918}" destId="{24E71749-2CD8-4070-AB4D-C497AE98F6D2}" srcOrd="5" destOrd="0" presId="urn:microsoft.com/office/officeart/2005/8/layout/vList2"/>
    <dgm:cxn modelId="{44F213CD-2C59-4839-BFD1-46AEA2804894}" type="presParOf" srcId="{C8C7FE2A-CEE8-4A0B-8699-B572253A2918}" destId="{AFA705D3-AE92-4E88-9B12-DA78D4290C9B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FC489F-8A39-4929-A253-6B2A890FDA2D}">
      <dsp:nvSpPr>
        <dsp:cNvPr id="0" name=""/>
        <dsp:cNvSpPr/>
      </dsp:nvSpPr>
      <dsp:spPr>
        <a:xfrm>
          <a:off x="1707362" y="435904"/>
          <a:ext cx="665759" cy="6657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9 buttons appear on screen</a:t>
          </a:r>
        </a:p>
      </dsp:txBody>
      <dsp:txXfrm>
        <a:off x="1707362" y="435904"/>
        <a:ext cx="665759" cy="665759"/>
      </dsp:txXfrm>
    </dsp:sp>
    <dsp:sp modelId="{7EC001D3-7F51-45E4-88B1-5601B847204D}">
      <dsp:nvSpPr>
        <dsp:cNvPr id="0" name=""/>
        <dsp:cNvSpPr/>
      </dsp:nvSpPr>
      <dsp:spPr>
        <a:xfrm>
          <a:off x="138958" y="416368"/>
          <a:ext cx="2499016" cy="2499016"/>
        </a:xfrm>
        <a:prstGeom prst="circularArrow">
          <a:avLst>
            <a:gd name="adj1" fmla="val 5195"/>
            <a:gd name="adj2" fmla="val 335535"/>
            <a:gd name="adj3" fmla="val 21294783"/>
            <a:gd name="adj4" fmla="val 19764888"/>
            <a:gd name="adj5" fmla="val 6061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65914D4E-77C0-49B4-B0A3-9BC41737422C}">
      <dsp:nvSpPr>
        <dsp:cNvPr id="0" name=""/>
        <dsp:cNvSpPr/>
      </dsp:nvSpPr>
      <dsp:spPr>
        <a:xfrm>
          <a:off x="2110182" y="1675655"/>
          <a:ext cx="665759" cy="6657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One button glows at a time ✨</a:t>
          </a:r>
        </a:p>
      </dsp:txBody>
      <dsp:txXfrm>
        <a:off x="2110182" y="1675655"/>
        <a:ext cx="665759" cy="665759"/>
      </dsp:txXfrm>
    </dsp:sp>
    <dsp:sp modelId="{A49CB361-D007-4D83-85B1-37B5CDFAFB69}">
      <dsp:nvSpPr>
        <dsp:cNvPr id="0" name=""/>
        <dsp:cNvSpPr/>
      </dsp:nvSpPr>
      <dsp:spPr>
        <a:xfrm>
          <a:off x="138958" y="416368"/>
          <a:ext cx="2499016" cy="2499016"/>
        </a:xfrm>
        <a:prstGeom prst="circularArrow">
          <a:avLst>
            <a:gd name="adj1" fmla="val 5195"/>
            <a:gd name="adj2" fmla="val 335535"/>
            <a:gd name="adj3" fmla="val 4016296"/>
            <a:gd name="adj4" fmla="val 2251966"/>
            <a:gd name="adj5" fmla="val 6061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B6D68CD5-57E2-4877-A3D3-D79F284FB449}">
      <dsp:nvSpPr>
        <dsp:cNvPr id="0" name=""/>
        <dsp:cNvSpPr/>
      </dsp:nvSpPr>
      <dsp:spPr>
        <a:xfrm>
          <a:off x="1055587" y="2441863"/>
          <a:ext cx="665759" cy="6657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Player clicks glowing button</a:t>
          </a:r>
        </a:p>
      </dsp:txBody>
      <dsp:txXfrm>
        <a:off x="1055587" y="2441863"/>
        <a:ext cx="665759" cy="665759"/>
      </dsp:txXfrm>
    </dsp:sp>
    <dsp:sp modelId="{26D5C486-730C-4C69-8413-1169C8677B46}">
      <dsp:nvSpPr>
        <dsp:cNvPr id="0" name=""/>
        <dsp:cNvSpPr/>
      </dsp:nvSpPr>
      <dsp:spPr>
        <a:xfrm>
          <a:off x="138958" y="416368"/>
          <a:ext cx="2499016" cy="2499016"/>
        </a:xfrm>
        <a:prstGeom prst="circularArrow">
          <a:avLst>
            <a:gd name="adj1" fmla="val 5195"/>
            <a:gd name="adj2" fmla="val 335535"/>
            <a:gd name="adj3" fmla="val 8212500"/>
            <a:gd name="adj4" fmla="val 6448170"/>
            <a:gd name="adj5" fmla="val 6061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0E86D7AB-03BF-48E6-80C2-09F78A1772CA}">
      <dsp:nvSpPr>
        <dsp:cNvPr id="0" name=""/>
        <dsp:cNvSpPr/>
      </dsp:nvSpPr>
      <dsp:spPr>
        <a:xfrm>
          <a:off x="992" y="1675655"/>
          <a:ext cx="665759" cy="6657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New glowing button appears randomly</a:t>
          </a:r>
        </a:p>
      </dsp:txBody>
      <dsp:txXfrm>
        <a:off x="992" y="1675655"/>
        <a:ext cx="665759" cy="665759"/>
      </dsp:txXfrm>
    </dsp:sp>
    <dsp:sp modelId="{4EE3A56C-5E8E-4CC6-BC52-19439B466127}">
      <dsp:nvSpPr>
        <dsp:cNvPr id="0" name=""/>
        <dsp:cNvSpPr/>
      </dsp:nvSpPr>
      <dsp:spPr>
        <a:xfrm>
          <a:off x="138958" y="416368"/>
          <a:ext cx="2499016" cy="2499016"/>
        </a:xfrm>
        <a:prstGeom prst="circularArrow">
          <a:avLst>
            <a:gd name="adj1" fmla="val 5195"/>
            <a:gd name="adj2" fmla="val 335535"/>
            <a:gd name="adj3" fmla="val 12299577"/>
            <a:gd name="adj4" fmla="val 10769682"/>
            <a:gd name="adj5" fmla="val 6061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82CEDDC7-AF63-427C-BF37-1B1CC0B3653C}">
      <dsp:nvSpPr>
        <dsp:cNvPr id="0" name=""/>
        <dsp:cNvSpPr/>
      </dsp:nvSpPr>
      <dsp:spPr>
        <a:xfrm>
          <a:off x="403811" y="435904"/>
          <a:ext cx="665759" cy="6657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60-second countdown</a:t>
          </a:r>
        </a:p>
      </dsp:txBody>
      <dsp:txXfrm>
        <a:off x="403811" y="435904"/>
        <a:ext cx="665759" cy="665759"/>
      </dsp:txXfrm>
    </dsp:sp>
    <dsp:sp modelId="{A89A8E49-D80D-4B1E-833A-7F31FF588CA0}">
      <dsp:nvSpPr>
        <dsp:cNvPr id="0" name=""/>
        <dsp:cNvSpPr/>
      </dsp:nvSpPr>
      <dsp:spPr>
        <a:xfrm>
          <a:off x="138958" y="416368"/>
          <a:ext cx="2499016" cy="2499016"/>
        </a:xfrm>
        <a:prstGeom prst="circularArrow">
          <a:avLst>
            <a:gd name="adj1" fmla="val 5195"/>
            <a:gd name="adj2" fmla="val 335535"/>
            <a:gd name="adj3" fmla="val 16867279"/>
            <a:gd name="adj4" fmla="val 15197186"/>
            <a:gd name="adj5" fmla="val 6061"/>
          </a:avLst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E92F639-30F6-43CA-B405-1977762CA496}">
      <dsp:nvSpPr>
        <dsp:cNvPr id="0" name=""/>
        <dsp:cNvSpPr/>
      </dsp:nvSpPr>
      <dsp:spPr>
        <a:xfrm>
          <a:off x="7203" y="373988"/>
          <a:ext cx="2153016" cy="129181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HTML creates button grid</a:t>
          </a:r>
        </a:p>
      </dsp:txBody>
      <dsp:txXfrm>
        <a:off x="45039" y="411824"/>
        <a:ext cx="2077344" cy="1216138"/>
      </dsp:txXfrm>
    </dsp:sp>
    <dsp:sp modelId="{A5F4526C-2CEC-4E07-AE72-72D5704B9673}">
      <dsp:nvSpPr>
        <dsp:cNvPr id="0" name=""/>
        <dsp:cNvSpPr/>
      </dsp:nvSpPr>
      <dsp:spPr>
        <a:xfrm>
          <a:off x="2349685" y="752919"/>
          <a:ext cx="456439" cy="53394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>
        <a:off x="2349685" y="859709"/>
        <a:ext cx="319507" cy="320368"/>
      </dsp:txXfrm>
    </dsp:sp>
    <dsp:sp modelId="{1E1B471F-8D5B-4F4E-8B98-E909DA0CB9CE}">
      <dsp:nvSpPr>
        <dsp:cNvPr id="0" name=""/>
        <dsp:cNvSpPr/>
      </dsp:nvSpPr>
      <dsp:spPr>
        <a:xfrm>
          <a:off x="3021427" y="373988"/>
          <a:ext cx="2153016" cy="129181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CSS handles glowing animation</a:t>
          </a:r>
        </a:p>
      </dsp:txBody>
      <dsp:txXfrm>
        <a:off x="3059263" y="411824"/>
        <a:ext cx="2077344" cy="1216138"/>
      </dsp:txXfrm>
    </dsp:sp>
    <dsp:sp modelId="{FC3492C6-AEF7-4A9A-860B-DBE1B5F61BFF}">
      <dsp:nvSpPr>
        <dsp:cNvPr id="0" name=""/>
        <dsp:cNvSpPr/>
      </dsp:nvSpPr>
      <dsp:spPr>
        <a:xfrm>
          <a:off x="5363909" y="752919"/>
          <a:ext cx="456439" cy="53394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>
        <a:off x="5363909" y="859709"/>
        <a:ext cx="319507" cy="320368"/>
      </dsp:txXfrm>
    </dsp:sp>
    <dsp:sp modelId="{CE2F768B-81F7-40C7-9FD2-698B8614DC45}">
      <dsp:nvSpPr>
        <dsp:cNvPr id="0" name=""/>
        <dsp:cNvSpPr/>
      </dsp:nvSpPr>
      <dsp:spPr>
        <a:xfrm>
          <a:off x="6035650" y="373988"/>
          <a:ext cx="2153016" cy="129181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JavaScript picks random button</a:t>
          </a:r>
        </a:p>
      </dsp:txBody>
      <dsp:txXfrm>
        <a:off x="6073486" y="411824"/>
        <a:ext cx="2077344" cy="1216138"/>
      </dsp:txXfrm>
    </dsp:sp>
    <dsp:sp modelId="{46A13ED1-7F41-4E54-B29A-73CD8622915F}">
      <dsp:nvSpPr>
        <dsp:cNvPr id="0" name=""/>
        <dsp:cNvSpPr/>
      </dsp:nvSpPr>
      <dsp:spPr>
        <a:xfrm rot="5400000">
          <a:off x="6883939" y="1816510"/>
          <a:ext cx="456439" cy="53394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 rot="-5400000">
        <a:off x="6951975" y="1855264"/>
        <a:ext cx="320368" cy="319507"/>
      </dsp:txXfrm>
    </dsp:sp>
    <dsp:sp modelId="{AEB89612-B4E2-4BDD-B895-3B92C3750B4A}">
      <dsp:nvSpPr>
        <dsp:cNvPr id="0" name=""/>
        <dsp:cNvSpPr/>
      </dsp:nvSpPr>
      <dsp:spPr>
        <a:xfrm>
          <a:off x="6035650" y="2527005"/>
          <a:ext cx="2153016" cy="129181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Score updates after every correct click</a:t>
          </a:r>
        </a:p>
      </dsp:txBody>
      <dsp:txXfrm>
        <a:off x="6073486" y="2564841"/>
        <a:ext cx="2077344" cy="1216138"/>
      </dsp:txXfrm>
    </dsp:sp>
    <dsp:sp modelId="{C922D50C-F40E-44C2-A291-4E68AD6A8526}">
      <dsp:nvSpPr>
        <dsp:cNvPr id="0" name=""/>
        <dsp:cNvSpPr/>
      </dsp:nvSpPr>
      <dsp:spPr>
        <a:xfrm rot="10800000">
          <a:off x="5389745" y="2905936"/>
          <a:ext cx="456439" cy="53394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 rot="10800000">
        <a:off x="5526677" y="3012726"/>
        <a:ext cx="319507" cy="320368"/>
      </dsp:txXfrm>
    </dsp:sp>
    <dsp:sp modelId="{C5FC04CC-7231-4A02-8DA4-30905096941C}">
      <dsp:nvSpPr>
        <dsp:cNvPr id="0" name=""/>
        <dsp:cNvSpPr/>
      </dsp:nvSpPr>
      <dsp:spPr>
        <a:xfrm>
          <a:off x="3021427" y="2527005"/>
          <a:ext cx="2153016" cy="129181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Timer ends game automatically</a:t>
          </a:r>
        </a:p>
      </dsp:txBody>
      <dsp:txXfrm>
        <a:off x="3059263" y="2564841"/>
        <a:ext cx="2077344" cy="121613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657522D-E1F6-417F-B1A1-AF8B7A65B899}">
      <dsp:nvSpPr>
        <dsp:cNvPr id="0" name=""/>
        <dsp:cNvSpPr/>
      </dsp:nvSpPr>
      <dsp:spPr>
        <a:xfrm>
          <a:off x="0" y="31802"/>
          <a:ext cx="8195871" cy="95238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🐢 Slow and mysterious</a:t>
          </a:r>
        </a:p>
      </dsp:txBody>
      <dsp:txXfrm>
        <a:off x="46491" y="78293"/>
        <a:ext cx="8102889" cy="859398"/>
      </dsp:txXfrm>
    </dsp:sp>
    <dsp:sp modelId="{7F38090C-CEDE-4F35-986D-A8B2D3D45582}">
      <dsp:nvSpPr>
        <dsp:cNvPr id="0" name=""/>
        <dsp:cNvSpPr/>
      </dsp:nvSpPr>
      <dsp:spPr>
        <a:xfrm>
          <a:off x="0" y="1090742"/>
          <a:ext cx="8195871" cy="952380"/>
        </a:xfrm>
        <a:prstGeom prst="roundRect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😄 Random clicking champion</a:t>
          </a:r>
        </a:p>
      </dsp:txBody>
      <dsp:txXfrm>
        <a:off x="46491" y="1137233"/>
        <a:ext cx="8102889" cy="859398"/>
      </dsp:txXfrm>
    </dsp:sp>
    <dsp:sp modelId="{8A9B9C65-249B-4DE5-B25C-FE3B74914F8B}">
      <dsp:nvSpPr>
        <dsp:cNvPr id="0" name=""/>
        <dsp:cNvSpPr/>
      </dsp:nvSpPr>
      <dsp:spPr>
        <a:xfrm>
          <a:off x="0" y="2149682"/>
          <a:ext cx="8195871" cy="952380"/>
        </a:xfrm>
        <a:prstGeom prst="roundRect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🔥 Fast fingers unlocked</a:t>
          </a:r>
        </a:p>
      </dsp:txBody>
      <dsp:txXfrm>
        <a:off x="46491" y="2196173"/>
        <a:ext cx="8102889" cy="859398"/>
      </dsp:txXfrm>
    </dsp:sp>
    <dsp:sp modelId="{AFA705D3-AE92-4E88-9B12-DA78D4290C9B}">
      <dsp:nvSpPr>
        <dsp:cNvPr id="0" name=""/>
        <dsp:cNvSpPr/>
      </dsp:nvSpPr>
      <dsp:spPr>
        <a:xfrm>
          <a:off x="0" y="3208622"/>
          <a:ext cx="8195871" cy="952380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👑 Button Master Supreme</a:t>
          </a:r>
        </a:p>
      </dsp:txBody>
      <dsp:txXfrm>
        <a:off x="46491" y="3255113"/>
        <a:ext cx="8102889" cy="85939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1">
  <dgm:title val=""/>
  <dgm:desc val=""/>
  <dgm:catLst>
    <dgm:cat type="cycle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alg type="cycle">
          <dgm:param type="stAng" val="0"/>
          <dgm:param type="spanAng" val="360"/>
        </dgm:alg>
      </dgm:if>
      <dgm:else name="Name2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hoose name="Name3">
      <dgm:if name="Name4" func="var" arg="dir" op="equ" val="norm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if>
      <dgm:else name="Name5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 fact="-1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else>
    </dgm:choose>
    <dgm:ruleLst>
      <dgm:rule type="diam" val="INF" fact="NaN" max="NaN"/>
    </dgm:ruleLst>
    <dgm:forEach name="nodesForEach" axis="ch" ptType="node">
      <dgm:choose name="Name6">
        <dgm:if name="Name7" axis="par ch" ptType="doc node" func="cnt" op="gt" val="1">
          <dgm:layoutNode name="dummy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</dgm:if>
        <dgm:else name="Name8"/>
      </dgm:choose>
      <dgm:layoutNode name="node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Name11" axis="followSib" ptType="sibTrans" hideLastTrans="0" cnt="1">
            <dgm:layoutNode name="sibTrans" styleLbl="node1">
              <dgm:alg type="conn"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begPad"/>
                <dgm:constr type="endPad"/>
              </dgm:constrLst>
              <dgm:ruleLst/>
            </dgm:layoutNode>
          </dgm:forEach>
        </dgm:if>
        <dgm:else name="Name12"/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Video 4" descr="Neon Pink Question Mark">
            <a:extLst>
              <a:ext uri="{FF2B5EF4-FFF2-40B4-BE49-F238E27FC236}">
                <a16:creationId xmlns:a16="http://schemas.microsoft.com/office/drawing/2014/main" id="{E9A3EAB7-E358-4599-FAB7-2EFE2AAEBC34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13617" r="11168" b="-1"/>
          <a:stretch>
            <a:fillRect/>
          </a:stretch>
        </p:blipFill>
        <p:spPr>
          <a:xfrm>
            <a:off x="-2285" y="10"/>
            <a:ext cx="914399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9143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325550"/>
            <a:ext cx="7543800" cy="357477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US" sz="4500" dirty="0">
                <a:solidFill>
                  <a:srgbClr val="FFFFFF"/>
                </a:solidFill>
              </a:rPr>
              <a:t>Useless Glowing Button Game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E99DC92C-E9EA-68A6-9175-C6CB75DC0F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61941" y="5090399"/>
            <a:ext cx="4464781" cy="1752600"/>
          </a:xfrm>
        </p:spPr>
        <p:txBody>
          <a:bodyPr>
            <a:normAutofit/>
          </a:bodyPr>
          <a:lstStyle/>
          <a:p>
            <a:pPr algn="r"/>
            <a:r>
              <a:rPr lang="en-CA" sz="2400" dirty="0"/>
              <a:t>Presented By: Ravi Kumar</a:t>
            </a:r>
          </a:p>
          <a:p>
            <a:pPr algn="r"/>
            <a:r>
              <a:rPr lang="en-CA" sz="2400" dirty="0"/>
              <a:t>Student ID: N01719809</a:t>
            </a:r>
          </a:p>
        </p:txBody>
      </p:sp>
      <p:sp>
        <p:nvSpPr>
          <p:cNvPr id="7" name="Subtitle 5">
            <a:extLst>
              <a:ext uri="{FF2B5EF4-FFF2-40B4-BE49-F238E27FC236}">
                <a16:creationId xmlns:a16="http://schemas.microsoft.com/office/drawing/2014/main" id="{8C119FA8-1D22-B470-3351-417A26ACFDEC}"/>
              </a:ext>
            </a:extLst>
          </p:cNvPr>
          <p:cNvSpPr txBox="1">
            <a:spLocks/>
          </p:cNvSpPr>
          <p:nvPr/>
        </p:nvSpPr>
        <p:spPr>
          <a:xfrm>
            <a:off x="14990" y="5105390"/>
            <a:ext cx="4464781" cy="1752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CA" sz="2400" dirty="0"/>
              <a:t>Presented To: Adams Thomas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17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xit" presetSubtype="4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26" presetClass="emp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4" presetID="26" presetClass="emp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 tmFilter="0, 0; .2, .5; .8, .5; 1, 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6" dur="250" autoRev="1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26" presetClass="emp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 tmFilter="0, 0; .2, .5; .8, .5; 1, 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" dur="250" autoRev="1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4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 mute="1">
                <p:cTn id="25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>
            <a:extLst>
              <a:ext uri="{FF2B5EF4-FFF2-40B4-BE49-F238E27FC236}">
                <a16:creationId xmlns:a16="http://schemas.microsoft.com/office/drawing/2014/main" id="{114ED94A-C85D-4CD3-4205-438D21CE6B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412" y="-1"/>
            <a:ext cx="3909949" cy="6883030"/>
            <a:chOff x="-19217" y="-1"/>
            <a:chExt cx="5213267" cy="6883030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E642BDB2-BF67-1D53-1C70-0B41D709E4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06" y="0"/>
              <a:ext cx="5204956" cy="6883029"/>
            </a:xfrm>
            <a:prstGeom prst="rect">
              <a:avLst/>
            </a:prstGeom>
            <a:gradFill>
              <a:gsLst>
                <a:gs pos="7000">
                  <a:schemeClr val="accent2"/>
                </a:gs>
                <a:gs pos="100000">
                  <a:schemeClr val="accent5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58E0D8CE-5DBF-B664-EB48-C29BF8AB48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-19217" y="1731909"/>
              <a:ext cx="5204963" cy="5144400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60000">
                  <a:schemeClr val="accent5">
                    <a:lumMod val="60000"/>
                    <a:lumOff val="40000"/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DFD140CE-7DE2-C88F-5EAE-F45EB69E6A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10" y="6723"/>
              <a:ext cx="3834567" cy="6876300"/>
            </a:xfrm>
            <a:prstGeom prst="rect">
              <a:avLst/>
            </a:prstGeom>
            <a:gradFill flip="none" rotWithShape="1">
              <a:gsLst>
                <a:gs pos="3000">
                  <a:schemeClr val="accent2">
                    <a:lumMod val="60000"/>
                    <a:lumOff val="40000"/>
                    <a:alpha val="78000"/>
                  </a:schemeClr>
                </a:gs>
                <a:gs pos="42000">
                  <a:schemeClr val="accent2">
                    <a:alpha val="0"/>
                  </a:schemeClr>
                </a:gs>
              </a:gsLst>
              <a:lin ang="3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557E87E3-413F-10EF-63D8-6016E986C9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-844601" y="833689"/>
              <a:ext cx="6872341" cy="5204961"/>
            </a:xfrm>
            <a:prstGeom prst="rect">
              <a:avLst/>
            </a:prstGeom>
            <a:gradFill>
              <a:gsLst>
                <a:gs pos="0">
                  <a:schemeClr val="accent5">
                    <a:alpha val="86000"/>
                  </a:schemeClr>
                </a:gs>
                <a:gs pos="57000">
                  <a:schemeClr val="accent2">
                    <a:alpha val="0"/>
                  </a:schemeClr>
                </a:gs>
              </a:gsLst>
              <a:lin ang="13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613" y="739835"/>
            <a:ext cx="2776935" cy="1616203"/>
          </a:xfrm>
        </p:spPr>
        <p:txBody>
          <a:bodyPr anchor="b">
            <a:normAutofit/>
          </a:bodyPr>
          <a:lstStyle/>
          <a:p>
            <a:r>
              <a:rPr lang="en-CA" sz="2800">
                <a:solidFill>
                  <a:srgbClr val="FFFFFF"/>
                </a:solidFill>
              </a:rPr>
              <a:t>Game Idea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A925AD4-2B2F-4D02-C4CA-9B1251C153B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015" r="21196"/>
          <a:stretch>
            <a:fillRect/>
          </a:stretch>
        </p:blipFill>
        <p:spPr>
          <a:xfrm>
            <a:off x="4503978" y="1041990"/>
            <a:ext cx="4055251" cy="4774018"/>
          </a:xfrm>
          <a:prstGeom prst="rect">
            <a:avLst/>
          </a:prstGeom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9780367-A86F-FCA5-3840-F443B9386EC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12132845"/>
              </p:ext>
            </p:extLst>
          </p:nvPr>
        </p:nvGraphicFramePr>
        <p:xfrm>
          <a:off x="566613" y="2459116"/>
          <a:ext cx="2776934" cy="352482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CA" sz="3500">
                <a:solidFill>
                  <a:srgbClr val="FFFFFF"/>
                </a:solidFill>
              </a:rPr>
              <a:t>How It Works</a:t>
            </a:r>
          </a:p>
        </p:txBody>
      </p: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04F7AA9B-DCB5-F624-FEFA-641251B4850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2675897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CA" sz="3500">
                <a:solidFill>
                  <a:srgbClr val="FFFFFF"/>
                </a:solidFill>
              </a:rPr>
              <a:t>Funny End Messages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07EBDE5-AD7D-F75E-C9B6-B30337AF03E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25424114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8" name="Rectangle 67">
            <a:extLst>
              <a:ext uri="{FF2B5EF4-FFF2-40B4-BE49-F238E27FC236}">
                <a16:creationId xmlns:a16="http://schemas.microsoft.com/office/drawing/2014/main" id="{0E30439A-8A5B-46EC-8283-9B6B031D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9144000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341640" y="-1720"/>
            <a:ext cx="881253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54540" y="-1291"/>
            <a:ext cx="2706134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3923854" y="1402819"/>
            <a:ext cx="4967533" cy="3741293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0E90519B-82F8-0565-6A26-F3E5EC4BAF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0148" y="818984"/>
            <a:ext cx="4947184" cy="326852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 defTabSz="914400">
              <a:lnSpc>
                <a:spcPct val="90000"/>
              </a:lnSpc>
            </a:pPr>
            <a:r>
              <a:rPr lang="en-US" sz="11400" kern="1200" dirty="0">
                <a:solidFill>
                  <a:srgbClr val="FFFFFF"/>
                </a:solidFill>
                <a:latin typeface="Kunstler Script" panose="030304020206070D0D06" pitchFamily="66" charset="0"/>
                <a:cs typeface="Sanskrit Text" panose="020B0502040204020203" pitchFamily="18" charset="0"/>
              </a:rPr>
              <a:t>Thankyou</a:t>
            </a:r>
            <a:endParaRPr lang="en-US" sz="4200" kern="1200" dirty="0">
              <a:solidFill>
                <a:srgbClr val="FFFFFF"/>
              </a:solidFill>
              <a:latin typeface="Kunstler Script" panose="030304020206070D0D06" pitchFamily="66" charset="0"/>
              <a:cs typeface="Sanskrit Text" panose="020B0502040204020203" pitchFamily="18" charset="0"/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735" y="4480038"/>
            <a:ext cx="9134528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53947E58-F088-49F1-A3D1-DEA69019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4368117" y="2081692"/>
            <a:ext cx="6857572" cy="269419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230</TotalTime>
  <Words>88</Words>
  <Application>Microsoft Office PowerPoint</Application>
  <PresentationFormat>On-screen Show (4:3)</PresentationFormat>
  <Paragraphs>22</Paragraphs>
  <Slides>5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Kunstler Script</vt:lpstr>
      <vt:lpstr>Office Theme</vt:lpstr>
      <vt:lpstr>Useless Glowing Button Game</vt:lpstr>
      <vt:lpstr>Game Idea</vt:lpstr>
      <vt:lpstr>How It Works</vt:lpstr>
      <vt:lpstr>Funny End Messages</vt:lpstr>
      <vt:lpstr>Thankyou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Ravi Kalia</cp:lastModifiedBy>
  <cp:revision>3</cp:revision>
  <dcterms:created xsi:type="dcterms:W3CDTF">2013-01-27T09:14:16Z</dcterms:created>
  <dcterms:modified xsi:type="dcterms:W3CDTF">2026-05-27T18:15:59Z</dcterms:modified>
  <cp:category/>
</cp:coreProperties>
</file>